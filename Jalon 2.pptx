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1C924-96B1-9408-8EF3-AAB26C6D6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896CF5-3B9B-ED61-6DD1-A7D3D4571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AB440C-57DE-6C06-B3A2-C703D632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6A7389-ACE0-BD28-CE1D-A1155482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4B59D-04E8-5A1F-5398-56987170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04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B8262-D83B-F044-B8C2-8601C9D6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A4C37F-A35C-9277-85AD-E578B31C7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934C56-D5AD-82DE-90AD-35ED5D5B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31C0F-A584-3B36-EE00-34190F2D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DA36FB-F7C6-8FDD-F4AD-812056FF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6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20E92-D792-ABFD-4839-E5EAAF60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D661FF-4ECF-846F-DA60-6149A5C52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AA44D9-C0E5-035E-57AE-21D5AF27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261F05-958E-BB30-4D68-E3334926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83FA02-85A4-A9D8-C6E8-757D099A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98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4155E-9DF4-069C-8D41-C9668F48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86CE38-275F-B523-6ABE-0082D950B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2AAC26-1F9E-7C29-2AA8-DBE424F07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153E80-6B5A-B6D3-949C-8B2EDAB4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F10194-C80B-6F9A-3704-9DBB27FC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EFDB7E-9502-2608-39C1-026D985C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3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6B8B7-5428-C156-E3BD-CF96CF9D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53DF64-0998-34B6-909F-08A2F5C75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B5F8DB-65CA-9C90-5343-1F9135977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9BF578B-E5E3-6B6A-3B53-5333C7693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D01120-E8A5-B930-1805-132E1BE1C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BA6AA8-5494-A37D-BC2E-6A8E6817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161C73-B674-3B04-00BB-C31C4C40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43A365-2E41-37BF-7AC2-94900559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6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7C4408-C2C8-925A-EF5A-8ACDBF04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EF1F0B-A63B-E79A-264E-B7A52BDE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B50231-4404-398A-B89B-1EAC2697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163E67-181F-70CD-3E48-194F237C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4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B03DB4-45C5-3AEE-6A41-862AA293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0FB498-033A-37E9-0814-89BC831D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2DA888-D643-3403-A969-EDEBFE05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26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14B57-277F-E1E7-A051-28534A8B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A4890E-571D-748C-7330-89B1D8064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0C8ABA-3CB7-BC5F-A083-56CB16E2B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9584EC-0CF1-AEB0-DD6B-9DD972EB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26670A-24F8-35BD-68A9-53BB34D5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7092AA-4D03-DA1E-3A11-AF54019A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61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5792E-4BD6-C73C-F3A6-92519856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73F534-0083-4447-6FBC-BFEAB85D4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571657-6B83-5A17-200D-180768DF3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37250C-B738-9A97-E4BF-9354BB58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2F543-BF42-E234-E99B-5559354A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676FBE-F7EC-6B4A-0D28-0EAA045B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69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6623C-6565-0248-B87C-D35D0556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B89280-C828-A752-3838-6FB68F902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C4E9F0-FC84-79C0-AAF0-A3BDCC27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89E12-CA0B-3822-C60F-4DEA4C0E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9996E9-35E8-CA80-BFA2-FFFC60E0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73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6C64CE-CE0D-39B3-9E2E-C4A5DAC2F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28622E-8517-31F9-481B-277560A8E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9AA5D2-0E99-C861-64A5-EE10B1E8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7A521B-DB92-A005-335E-A01473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A8ACC5-B86E-9C1C-0C0B-591CFCCD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0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0D5BBB-71F1-3D40-93C6-7C0D5BD2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8D0D5E-2FB8-A0BC-C46F-2403F80C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CBEB28-60D3-7453-F368-5725BC411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1D3F5-B188-4C95-832F-6412061B3FEE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9C48D6-1FA1-3B2E-9129-F28C3F3FB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5577BA-CED8-3B15-42BB-417CF72A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55C7-CC37-478E-98D8-89E380E2A2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54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90CBE4-A445-23D7-3E68-F6B61B42D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Jalon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0F0DA3-0D64-44F1-7648-19641C4C9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Delin Mattéo, Sharon Guedj, Antoine </a:t>
            </a:r>
            <a:r>
              <a:rPr lang="fr-FR" dirty="0" err="1"/>
              <a:t>Maurin</a:t>
            </a:r>
            <a:r>
              <a:rPr lang="fr-FR" dirty="0"/>
              <a:t>, Quentin Zavagno</a:t>
            </a:r>
          </a:p>
        </p:txBody>
      </p:sp>
    </p:spTree>
    <p:extLst>
      <p:ext uri="{BB962C8B-B14F-4D97-AF65-F5344CB8AC3E}">
        <p14:creationId xmlns:p14="http://schemas.microsoft.com/office/powerpoint/2010/main" val="41037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025C6-D6AC-8674-12EE-2EDF8EC1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du groupe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FB4CFC-7F06-DE10-B4A0-03AE1C7F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Mattéo : Transformation PDI</a:t>
            </a:r>
          </a:p>
          <a:p>
            <a:endParaRPr lang="fr-FR" dirty="0"/>
          </a:p>
          <a:p>
            <a:r>
              <a:rPr lang="fr-FR" dirty="0"/>
              <a:t>Sharon : Rapport / Documentation</a:t>
            </a:r>
          </a:p>
          <a:p>
            <a:endParaRPr lang="fr-FR" dirty="0"/>
          </a:p>
          <a:p>
            <a:r>
              <a:rPr lang="fr-FR" dirty="0"/>
              <a:t>Antoine : Conception et Gestion de la Base de Donnée</a:t>
            </a:r>
          </a:p>
          <a:p>
            <a:endParaRPr lang="fr-FR" dirty="0"/>
          </a:p>
          <a:p>
            <a:r>
              <a:rPr lang="fr-FR" dirty="0"/>
              <a:t>Quentin : Mise en place de l’application Power BI</a:t>
            </a:r>
          </a:p>
        </p:txBody>
      </p:sp>
    </p:spTree>
    <p:extLst>
      <p:ext uri="{BB962C8B-B14F-4D97-AF65-F5344CB8AC3E}">
        <p14:creationId xmlns:p14="http://schemas.microsoft.com/office/powerpoint/2010/main" val="105735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97C0A-E63C-5CFD-EA20-56777650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métiers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6B8C29-72EB-EE6F-4361-5D1301D8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les zones géographiques présentant un indice de saturation élevé.</a:t>
            </a:r>
          </a:p>
          <a:p>
            <a:r>
              <a:rPr lang="fr-FR" dirty="0"/>
              <a:t>Déterminer les zones de tension où l'offre est insuffisante face à la demande croissante.</a:t>
            </a:r>
          </a:p>
          <a:p>
            <a:r>
              <a:rPr lang="fr-FR" dirty="0"/>
              <a:t>Analyser le positionnement stratégique et la part de marché des principaux groupes privés nationaux.</a:t>
            </a:r>
          </a:p>
          <a:p>
            <a:r>
              <a:rPr lang="fr-FR" dirty="0"/>
              <a:t>Déterminer le modèle d'établissement le plus adapté (Privé, Public ou Associatif) en fonction du profil de richesse et du pouvoir d'achat des retraités de la zone géographique.</a:t>
            </a:r>
          </a:p>
        </p:txBody>
      </p:sp>
    </p:spTree>
    <p:extLst>
      <p:ext uri="{BB962C8B-B14F-4D97-AF65-F5344CB8AC3E}">
        <p14:creationId xmlns:p14="http://schemas.microsoft.com/office/powerpoint/2010/main" val="126126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1BF0E-346C-405A-31EA-0E8A57A2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et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59774-AA9E-BA7C-F2B2-72654B3A6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63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DB9C2D-7570-F14A-7EDA-B72EADFC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 de l’application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8F854A-DBC3-2BED-1B62-578805EBD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10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1ED0B-1722-AFDF-0FC6-3FC5033E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60AB0D-9F26-184A-90EE-391D7F38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20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C4E6C-D055-954C-3EA3-828DE2FB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données-situations particulières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2DF5CE-5943-8EAD-68B7-F25F684FE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4018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FA9CFC59BEE4C808E8A7EC7786DF4" ma:contentTypeVersion="5" ma:contentTypeDescription="Crée un document." ma:contentTypeScope="" ma:versionID="51f100069d6b0785e43647d7ccf26c68">
  <xsd:schema xmlns:xsd="http://www.w3.org/2001/XMLSchema" xmlns:xs="http://www.w3.org/2001/XMLSchema" xmlns:p="http://schemas.microsoft.com/office/2006/metadata/properties" xmlns:ns3="a52f57f2-e734-4627-95df-5343de9975ec" targetNamespace="http://schemas.microsoft.com/office/2006/metadata/properties" ma:root="true" ma:fieldsID="4ad4403c10857f5787a8f21f372a6c91" ns3:_="">
    <xsd:import namespace="a52f57f2-e734-4627-95df-5343de9975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f57f2-e734-4627-95df-5343de9975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2A77FD-E83A-49F3-AA24-2DF68F24FFF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a52f57f2-e734-4627-95df-5343de9975ec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9967508-4AF0-42CC-A361-613486D06D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980FC5-1080-4C88-B246-460ECD0996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2f57f2-e734-4627-95df-5343de9975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</Words>
  <Application>Microsoft Office PowerPoint</Application>
  <PresentationFormat>Grand écran</PresentationFormat>
  <Paragraphs>19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Jalon 2</vt:lpstr>
      <vt:lpstr>Organisation du groupe</vt:lpstr>
      <vt:lpstr>Enjeux métiers</vt:lpstr>
      <vt:lpstr>Difficultés et solution</vt:lpstr>
      <vt:lpstr>Fonctionnalité de l’application</vt:lpstr>
      <vt:lpstr>Compléments</vt:lpstr>
      <vt:lpstr>Exemples de données-situations particulières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Delin Matteo</dc:creator>
  <cp:lastModifiedBy>Delin Matteo</cp:lastModifiedBy>
  <cp:revision>3</cp:revision>
  <dcterms:created xsi:type="dcterms:W3CDTF">2026-04-23T12:31:24Z</dcterms:created>
  <dcterms:modified xsi:type="dcterms:W3CDTF">2026-04-23T22:10:01Z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0x0101002C2FA9CFC59BEE4C808E8A7EC7786DF4</vt:lpwstr>
  </property>
</Properties>
</file>